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NexSpend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57175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Kapsamlı V4 Özellik Sunumu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0861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Nesil Akıllı Kişisel Finans Asistanınız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V1 - Temel Modern Bütünlük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Modüler &amp; Premium Tasarım: Glassmorphism efektleri ve Vanilla CSS tabanlı animasyonlu arayüz.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Ekranı: Anlık bütçe hesaplamaları, son işlemlerin listelenmesi ve harcama kategorilerine göre pasta grafikleri.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İşlem Yönetimi: Gelir ve gider ekleme, silme. Özel tasarım input fieldlar.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Dark/Light Mod: Tarayıcı hafızalı ve CSS Variables ile yönetilen kusursuz gece/gündüz tema dönüşümleri.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V2 - Detaylı Analiz &amp; Hedefler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Kapsamlı Analitik: 'recharts' kütüphanesi ile desteklenmiş haftalık ve 6 aylık trend çubuk grafikleri.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 Filtreleme: Tüm zamanlar, Bugün, Son 7 Gün, Ay, Yıl bazında anlık veri süzme özelliği.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Tasarruf Hedefleri Yönetimi: Bütçe ayıracağınız hedefler belirleme, onlara ara bütçe atamaları (Mevduat vs) yapabilme.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 ve Tablo (Datatable): Arama kutusu ile işlemlerde saniyelik filtreleme yetkisi.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V3 - Gelişmiş Finans &amp; İleri Seviye Özellikler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Harcama (Split Expense): Restorandaki hesabı 3 kişi bölüşürseniz, sizin payınızı gider yazar, kalanları otomatik alacak kaydeder.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Borç &amp; Alacak Defteri (IOU): Arkadaşlara veya kurumlara olan borç/alacakları takip eder, kapatılınca bakiyeye yansıtır.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Portföy/Varlık Yönetimi (Net Worth): Sadece harcama değil; Nakit, Altın, Kripto, Hisse Senedi kayıtları tutularak toplam servet hesaplanır.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Fiş Simülasyonu: Fiş yükleyerek OCR mantığında form doldurma işlemini pratikleştirir.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Güvenli Bakiye (Safe Balance): Yaklaşan bekleyen borçları net bakiyeden düşerek 'Harcanabilir Net Parayı' listeler.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V4 - SaaS Vizyonu &amp; Kullanıcı Sadakati (Akıllı Asistan)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Finansal Takvim: Harcamalarınız, gelirleriniz ve faturalarınız özel bir renkli takvimde nokta ikonlarla sergilenir.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Kategori Etiketleme: Starbucks, Martı vb. işlemleri yazarken sistem arkadan uygun kategoriyi sizin adınıza saniyesinde seçer.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 (Canlı Kur) Entegrasyonu: Sahip olduğunuz yabancı dövizleri her gün TCMB (open.er-api) API'sinden çekilen gerçek dolar kurlarıyla hesaplar.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Bildirim Merkezi (Notification Bell): Bütçenin %80'i aşıldığında veya yaklaşan faturalar/abonelikler devreye girdiğinde, sağ üstteki çan bildirimle uyarır.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Excel Veri Aktarımı: Verilerinizi tam destekle ve hatasız UTF-8 Excel standartında raporlamanıza imkan tanır.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5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0861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NexSpend - Finansal Asistanınız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NexSpend Personal Finance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NexSpend - Uygulama Özellikleri Sunumu</dc:title>
  <dc:subject>PptxGenJS Presentation</dc:subject>
  <dc:creator>NexSpend / Antigravity AI</dc:creator>
  <cp:lastModifiedBy>NexSpend / Antigravity AI</cp:lastModifiedBy>
  <cp:revision>1</cp:revision>
  <dcterms:created xsi:type="dcterms:W3CDTF">2026-02-25T02:57:14Z</dcterms:created>
  <dcterms:modified xsi:type="dcterms:W3CDTF">2026-02-25T02:57:14Z</dcterms:modified>
</cp:coreProperties>
</file>